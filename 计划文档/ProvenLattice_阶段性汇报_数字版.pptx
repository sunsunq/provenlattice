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084831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</a:rPr>
              <a:t>ProvenLattice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AD8DE"/>
                </a:solidFill>
                <a:latin typeface="Microsoft YaHei"/>
                <a:ea typeface="Microsoft YaHei"/>
              </a:rPr>
              <a:t>面向百万行代码的确定性缺陷检测知识图谱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15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阶段性汇报 · 数字版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B8C4"/>
                </a:solidFill>
                <a:latin typeface="Microsoft YaHei"/>
                <a:ea typeface="Microsoft YaHei"/>
              </a:rPr>
              <a:t>全部数字均标注来源；外推数据与实测数据分开标注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70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B8C4"/>
                </a:solidFill>
                <a:latin typeface="Microsoft YaHei"/>
                <a:ea typeface="Microsoft YaHei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结论先行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296 / 296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测试套件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V2 起点 95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98448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98448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81328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−98.1%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竞态候选削减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557,315 → 10,420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7" y="1298448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7" y="1298448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7" y="1481328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691,462 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实测规模上限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llama.cpp-69 / 1.44 GB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871215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71215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54096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1 / 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precision 基线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阶段 4 为 0 /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2871215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871215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54096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3 个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布尔验收闸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parity · 确定性 · 零升级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7" y="2871215"/>
            <a:ext cx="3493008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7" y="2871215"/>
            <a:ext cx="3493008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7" y="3054096"/>
            <a:ext cx="3127248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CF0A2C"/>
                </a:solidFill>
                <a:latin typeface="Microsoft YaHei"/>
                <a:ea typeface="Microsoft YaHei"/>
              </a:rPr>
              <a:t>10 个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已完成子阶段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附录 A 阶段 0 + 附录 B 1→6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26864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" y="4626864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727448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可证伪性：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这个项目的每个结论都配了一个能推翻它的实验，包括推翻我自己的预测——第 21 页有两处如实登记的预测失败。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132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icrosoft YaHei"/>
                <a:ea typeface="Microsoft YaHei"/>
              </a:rPr>
              <a:t>阶段 1→6 的十个子阶段，每一层能力都用数字证明它有用，包括证明它不够用的那些数字。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61488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B8C4"/>
                </a:solidFill>
                <a:latin typeface="Microsoft YaHei"/>
                <a:ea typeface="Microsoft YaHe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规模基线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1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B8C4"/>
                </a:solidFill>
                <a:latin typeface="Microsoft YaHei"/>
                <a:ea typeface="Microsoft YaHei"/>
              </a:rPr>
              <a:t>五个语料、一条曲线；钱花在哪；百万行会撞什么墙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 · 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索引规模：五个语料，一条曲线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6" cy="22311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87344"/>
                <a:gridCol w="995781"/>
                <a:gridCol w="1327708"/>
                <a:gridCol w="1438351"/>
                <a:gridCol w="1438351"/>
                <a:gridCol w="1327708"/>
                <a:gridCol w="1548993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语料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源码行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语义点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语义边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库体积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全量索引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fixture_knowledge（夹具）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58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434 KB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62 ms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本仓（Python 自索引）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10,115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26.8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894 ms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libgit2-24（C）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1,034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182,227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157,260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485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32.1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redis-50（C）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325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241,253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145,990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162,268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454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24.7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llama.cpp-69（C++）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1,358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691,462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397,312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422,925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1.44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91.1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913632"/>
            <a:ext cx="50292" cy="60350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3913632"/>
            <a:ext cx="11013948" cy="603504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014216"/>
            <a:ext cx="106253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怎么读：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跨越 3 个数量级的源码行数，索引时间落在 62 ms ~ 91 s。夹具 62 ms 说明没有固定开销黑洞；llama 91 s 说明成本线性可预期。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00016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追问预案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问：为什么 llama 行数是 redis 的 2.9 倍，索引时间只有 3.7 倍？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答：超线性来自 C++ 模板展开与头文件重复解析。两个仓的 parse_failures 均为 0，逐文件失败数记录在构建 metrics 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S2 · 实测（本仓 84 文件）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存储画像：钱花在哪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5257800" cy="1426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92808"/>
                <a:gridCol w="1156716"/>
                <a:gridCol w="1051560"/>
                <a:gridCol w="115671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表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体积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占比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raw_references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9.31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57.4%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25,040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nodes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5.27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32.5%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644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edges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1.36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8.4%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2,604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27648" y="1298448"/>
          <a:ext cx="5303519" cy="1426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91056"/>
                <a:gridCol w="1484985"/>
                <a:gridCol w="222747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status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条数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 candidate_symbols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unresolved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20,167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2 字节（即 []）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resolved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3,983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75 字节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ambiguous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890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349 字节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035808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" y="3035808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136391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最反直觉的一点：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unresolved 是「稀」的，ambiguous 是「胖」的。设计取舍很清楚：宁可留下所有解析失败的引用，也不丢证据。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85615"/>
            <a:ext cx="50292" cy="6217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" y="3785615"/>
            <a:ext cx="11013948" cy="621792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886200"/>
            <a:ext cx="10625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最廉价的一个优化点：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json_extract 被当查询列用但没有索引 —— SCAN 9.69 ms vs COVERING INDEX 0.01 ms，差 1000 倍。已在阶段 0.4 修掉：18.3 ms → 0.014 ms（1300×）。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08576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两处加粗即为本页两个结论；其余数字为背景。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S3 · 外推，非实测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百万行会撞什么墙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8" cy="1426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0920"/>
                <a:gridCol w="1659636"/>
                <a:gridCol w="1659636"/>
                <a:gridCol w="1770278"/>
                <a:gridCol w="1770278"/>
                <a:gridCol w="232349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代码量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nodes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edges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raw_refs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DB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update 前置内存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 万行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6.4k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25.7k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248k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0.3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0.4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100 万行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63.7k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257k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2.48M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2.6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4.0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300 万行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191k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772k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7.4M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7.8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12.0 GB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127248"/>
          <a:ext cx="11064239" cy="1481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3854"/>
                <a:gridCol w="3983126"/>
                <a:gridCol w="4204411"/>
                <a:gridCol w="221284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300 万行表现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三张全表 dump（incremental.py）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每次 update 吃 12 GB 内存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已修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多跳 frontier 用 IN (...) 绑定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frontier &gt; 16,383 直接崩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已修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单文件 7.8 GB SQLite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冻存 / diff / gitignore 工作流崩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阶段 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773168"/>
            <a:ext cx="50292" cy="731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" y="4773168"/>
            <a:ext cx="11013948" cy="73152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873752"/>
            <a:ext cx="10625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两个已修问题的实测依据：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P2 已用真实管线复现为硬崩溃 —— pl-scale-test（6 万行合成仓，1 hub + 2 万调用者）：1 跳 OK，2 跳崩（sqlite3.OperationalError）。P1 实测过读 1600 倍（载入 96.4 ms，真正需要的 45 个节点过滤只要 0.06 ms）。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65099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95959"/>
                </a:solidFill>
                <a:latin typeface="Microsoft YaHei"/>
                <a:ea typeface="Microsoft YaHei"/>
              </a:rPr>
              <a:t>口径声明：外推基数只有一个 10k 行样本，且是 reference 密度偏高的库代码。量级可信，绝对值有偏差。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61488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B8C4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核心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1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B8C4"/>
                </a:solidFill>
                <a:latin typeface="Microsoft YaHei"/>
                <a:ea typeface="Microsoft YaHei"/>
              </a:rPr>
              <a:t>五列对比 · 削减组成 · 提取正确性 · 质量基线 · 成本 · 两个交付级缺陷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S4 · 最重要的一页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能力地图：五列对比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22311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5139"/>
                <a:gridCol w="4425696"/>
                <a:gridCol w="2876702"/>
                <a:gridCol w="2876702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列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叠加的能力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redis-50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llama.cpp-69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baseline（阶段 4）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557,315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1,398,235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 Identity（阶段 4.5）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28,523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58,677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 READ / WRITE（5A + 5C）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264,280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137,899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 Sparse DFG（5B）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10,420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98,448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 Contract（交付态）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14,439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101,159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041648"/>
            <a:ext cx="50292" cy="53035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4041648"/>
            <a:ext cx="11013948" cy="530352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142232"/>
            <a:ext cx="10625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标题指标：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从 C1 到 C5：557,315 → 14,439，−97.4%。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36592"/>
            <a:ext cx="50292" cy="78638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" y="4736592"/>
            <a:ext cx="11013948" cy="786384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837176"/>
            <a:ext cx="1062532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必须讲清 C3 的上升：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C3 比 C2 涨了 9 倍，这不是退步 —— 是原来「看不见」的访问现在有身份了。5B 就是来修它的（C4 收到 10,420）。一列上升一列下降，讲清了才是能力，讲不清就是噪声。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875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口径：C1/C2/C3 为冻结工件引用；C4/C5 为 5B 库与交付态实测。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S5 · 阶段 4.5，−95.69%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削减的组成：为什么可信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97987"/>
                <a:gridCol w="1659636"/>
                <a:gridCol w="1770278"/>
                <a:gridCol w="453633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存储期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redis-50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llama.cpp-69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为什么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local / parameter / function_static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0 / 0 / 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0 / 0 / 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身份是 owner_symbol_id#decl，按定义只在一个方法里存在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field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285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字段本来就是同类多方法共享，理应继续进候选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file_static / global / unknown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131 / 153 / 533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76 / 23 / 1,000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有意保守：跨文件全局与宏常量恰恰最该报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712463"/>
            <a:ext cx="50292" cy="84124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3712463"/>
            <a:ext cx="11013948" cy="84124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813048"/>
            <a:ext cx="106253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这页的价值：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local / parameter / function_static 在两个仓上都是 0，这是构造性的而不是巧合 —— 1.1 的分母正是「跨方法同名主体」，所以这一类被整体消掉（redis 1,987 → 817，llama 6,793 → 1,384）。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18304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答辩上这是「为什么削减是可信的」的唯一硬回答：不是阈值、不是采样，是身份模型的构造结果。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基数：2,021,037 → 87,200（reduction_ratio 0.95685）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控制列：C2（新码 + 旧库）在 C1 携带的每一个键上逐位复现 C1，两仓均如此，逐键比对而非抽样。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S6 · 本次新挖出的对照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提取正确性：同一棵树、两次构建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6675118" cy="2889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69540"/>
                <a:gridCol w="1468526"/>
                <a:gridCol w="1468526"/>
                <a:gridCol w="146852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gen1（旧码）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gen2（现码）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变化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files_scanned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1,034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1,034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0%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raw_references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88,220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89,438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+1.4%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nodes_created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34,801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14,452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−58.5%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edges_created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64,514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44,614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−30.8%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semantic_points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182,227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新增语义层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semantic_edges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157,260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新增语义层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index_time_ms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12,629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32,075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+154%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database_size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198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485 MB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+145%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370831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4370831"/>
            <a:ext cx="662482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471416"/>
            <a:ext cx="6236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控制：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两个控制列（文件数、引用数）几乎不动 ⇒ 差异不是「扫得少了」。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65776"/>
            <a:ext cx="50292" cy="65836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" y="5065776"/>
            <a:ext cx="6624828" cy="65836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166360"/>
            <a:ext cx="62362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读数一：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节点掉 58.5% ⇒ 减少的全是幽灵符号（int x = 1; 被当成函数符号 f.x）。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52160"/>
            <a:ext cx="50292" cy="65836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" y="5852160"/>
            <a:ext cx="6624828" cy="65836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952744"/>
            <a:ext cx="62362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读数二：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时间与体积翻倍 ⇒ 买来的是 182,227 个语义点 + 157,260 条语义边。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417320"/>
            <a:ext cx="413308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一句话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</a:rPr>
              <a:t>这不是变慢了，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</a:rPr>
              <a:t>是终于把符号抽对了。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数据来源：libgit2-24 库内 graph_generation 表的两次构建记录，同一棵源码树（1,034 文件），两次构建之间代码树不同。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同一张表里还留着每次构建的完整 metrics —— 它本来只是审计字段，现在成了天然的前后对照。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S7 · 可证伪的验收标准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增量与确定性：三个布尔闸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3493008" cy="17007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0292" cy="170078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81328"/>
            <a:ext cx="30540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增量 parity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incremental = 56  full = 56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identical = True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比的是 ID，不是计数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98448"/>
            <a:ext cx="3493008" cy="17007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98448"/>
            <a:ext cx="50292" cy="170078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81328"/>
            <a:ext cx="30540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重建确定性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digest c70d11db…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digest a61854aa…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同树两次全量构建逐字节同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7" y="1298448"/>
            <a:ext cx="3493008" cy="17007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7" y="1298448"/>
            <a:ext cx="50292" cy="1700784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1481328"/>
            <a:ext cx="30540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零升级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resolved 0 → 0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不确定事实绝不升为 resolved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36976"/>
            <a:ext cx="50292" cy="731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" y="3236976"/>
            <a:ext cx="11013948" cy="73152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37560"/>
            <a:ext cx="10625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边界要主动说：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整个 .db 文件不是字节级可复现（SQLite 页噪声：同内容 412,614,656 → 413,036,544 字节）。所以比的是两张语义表的内容，不是文件哈希。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14800"/>
            <a:ext cx="50292" cy="731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" y="4114800"/>
            <a:ext cx="11013948" cy="73152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215384"/>
            <a:ext cx="10625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还有一个已知盲区：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parity 比的是「全量 vs 增量结果一致」，它测不出触发条件错。所以阶段 2 专门加了 SemanticDirtyTriggerTests，两个变异各被捕获 3/3。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04748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Microsoft YaHei"/>
                <a:ea typeface="Microsoft YaHei"/>
              </a:rPr>
              <a:t>为什么这三个闸重要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它们是整套验收里唯一不依赖我的判断、无需豁免的布尔量。precision 需要人工裁定，成本表需要解释，只有 parity、确定性、零升级是「是 / 否」——而且三个都通过了。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S8 · 人工逐条裁定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质量基线：0 / 20 → 1 /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5120640" cy="22128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6192"/>
                <a:gridCol w="1792224"/>
                <a:gridCol w="179222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 4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 6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样本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 条 / 12 层 / 2 仓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32 条 / 16 层 / 2 仓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TP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0.031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needs_dfg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 / 20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 / 32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uncertain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298448"/>
            <a:ext cx="559612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诚实的读法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· 阶段 4 的 0.000 不是「precision = 0%」——12 层分 20 条，每层 1~2 条，分层 precision 没有统计意义，只有合计有意义。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· 唯一 TP：3.1 resolved（utils/lru/lfu-simulation.c:87 malloc 后 :135 直接解引用）。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· 不能与阶段 4 直接比（不同缺陷族）。可比的是「旧三查询在新库上」——旧三查询在本单抽中 14 条仍全 FP。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46320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" y="4846320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946904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答辩时一定要说：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4.5 的 −95.69% 是缩量，不是 precision 提升。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5955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裁定方式如实记录：AI 逐条提议（每条含 is_true_positive / failure_reason / needs_dfg + 一行 file:line 依据），用户逐条确认。annotator 栏记的是「AI 提议 + 人工确认」，不记成纯人工裁定。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S9 · 最有信息量的一张表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failure_reason 迁移：瓶颈搬家了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7589518" cy="27843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3275"/>
                <a:gridCol w="986637"/>
                <a:gridCol w="986637"/>
                <a:gridCol w="364296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原因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 4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 6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读数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ownership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所有权 / RAII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identity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身份与作用域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contract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API 契约 —— 矩阵明写为 AI-required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extractor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提取正确性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other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call_argument_loss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CALL 只认第一个实参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alias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数据流 —— 两个阶段都是 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298448"/>
            <a:ext cx="321868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F0A2C"/>
                </a:solidFill>
                <a:latin typeface="Microsoft YaHei"/>
                <a:ea typeface="Microsoft YaHei"/>
              </a:rPr>
              <a:t>两个结论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① alias 在两个阶段都是 0。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主导成因从来不是数据流。阶段 4 就预言了这一点，阶段 6 证实了它。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② 主导成因从 ownership / identity 移到 contract / extractor。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而 contract 正是矩阵明写「AI-required 语义」的部分：MUST_CHECK 清单、所有权移交、noreturn 约定。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138928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" y="5138928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239512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结论：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图谱只负责把候选送出来，contract 类的 10 条按分工不该由图谱修。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S10 · 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查询成本表：三个语料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32232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61841"/>
                <a:gridCol w="2212848"/>
                <a:gridCol w="2212848"/>
                <a:gridCol w="287670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查询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redis-50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libgit2-24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候选数（redis）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race_condition (1.1)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7.8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8.2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14,439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resource_lifetime (4.1)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7.6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6.5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lock_order (1.3 / 1.4)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4.9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4.7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null_flow (3.1)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4.8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5.1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taint_path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4.7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5.0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error_handling (9.1)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4.7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5.0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4,084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double_free (4.2)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64.8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4.9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194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use_after_free (4.3)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124.5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5.2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387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223.8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55.4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590288"/>
            <a:ext cx="50292" cy="5486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4590288"/>
            <a:ext cx="11013948" cy="54864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690872"/>
            <a:ext cx="106253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读数一：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约 5 秒是公共底噪（载入点与边）。8 个查询落在 4.6 ~ 6.6 s，说明查询逻辑本身几乎不花钱。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266944"/>
            <a:ext cx="50292" cy="731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" y="5266944"/>
            <a:ext cx="11013948" cy="73152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367528"/>
            <a:ext cx="10625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读数二：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4.2 / 4.3 的成本与候选量成正比，不与库大小成正比 —— redis 上 387 条候选 → 124.5 s，libgit2 上 29 条 → 5.2 s。主导项是 find_paths 的证据路径枚举。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1081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追问预案：redis 上 124.5 s 不能接受 —— 这是已登记的待裁定项，加速是独立小改动，没有在本阶段顺手改。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S11 · 最能加分的一页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两个交付级缺陷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2779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3212"/>
                <a:gridCol w="3097987"/>
                <a:gridCol w="1438351"/>
                <a:gridCol w="3097987"/>
                <a:gridCol w="2876702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缺陷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发现方式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修复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①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error_handling 经 find_paths(max_hops=4096)，循环窗口指数爆炸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成本表首跑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redis 3,989 个窗口，
&gt;600 s / 13.7 GB 不返回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改为从扫描自己的 BFS 树
读路线：1.6 s，
候选与冻结逐位一致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②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交付层默认 max_hops=64
透传进窗口判决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验收单首跑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llama 9.1 多出 6,189 个伪候选
（42,739 vs 冻结 36,550）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内部钳到下限 4096，
4096 全窗口成本不变（4.7 s）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114800"/>
            <a:ext cx="50292" cy="84124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4114800"/>
            <a:ext cx="11013948" cy="84124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215384"/>
            <a:ext cx="106253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为什么这页值钱：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两个都不是「写错了」，是只有在真实规模上跑才会暴露的交付级问题。① 在夹具上永远看不见（夹具没有循环窗口），② 在单元测试里看不见（单测不走交付层默认值）。两个都补了钉子测试。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3892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顺带登记一处报告初稿的错误归因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cost JSON 顶层的 truncated 标志是 population 上限标志（len(candidates) &gt; max_candidates，八查询同款），不是窗口截断的证据。窗口截短由 population 差本身证明。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S12 · 过程指标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工程健康度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36027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5417"/>
                <a:gridCol w="8408822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数字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测试套件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95 → 296 / 296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套件增长轨迹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95 → 98（阶段 2）→ 140（阶段 3）→ 208（阶段 4）→ 251（5A / 5C）→ 267（5B）→ 296（阶段 6）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可证伪实验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T1 / T2 预测先冻结后实现（predictions.json 两次运行逐位相同）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冻结对账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T2 初跑 4 failure → 零未归因残差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既有查询零移动闸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双仓 × 五旧键 × 两配方，逐键逐位一致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复核仪器确定性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两仓连跑两次，.json 与 .md 逐字节一致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交付级缺陷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发现 2 个，修复 2 个，各带钉子测试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230368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5230368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330952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一句话：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这套流程的价值不在于它没出过错，而在于每次出错都有记录、每个结论都有推翻它的方法。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61488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B8C4"/>
                </a:solidFill>
                <a:latin typeface="Microsoft YaHei"/>
                <a:ea typeface="Microsoft YaHe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诚实的边界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1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B8C4"/>
                </a:solidFill>
                <a:latin typeface="Microsoft YaHei"/>
                <a:ea typeface="Microsoft YaHei"/>
              </a:rPr>
              <a:t>这个系统不能说的话；已登记、未修的缺口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S13 · 答辩防守页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这个系统不能说的话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40599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61841"/>
                <a:gridCol w="730239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不能说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因为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「precision = 3.1%」当成能力指标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16 层分 32 条，分层无统计意义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「1.3 锁序反转 = 0」= 这两个仓没有反转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两个仓的 0 是两种不同的 0：redis 是语料里根本没有嵌套持锁（结构性零）；llama 是 231 / 255 个锁点没有身份（提取失败主导）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「阶段 4 证明需要 DFG」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 条 FP 里 needs_dfg 一条都没有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「高召回」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本轮没测召回，且召回可证受限于非图因素（redis 的 zmalloc / zfree 不在词表）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「候选 = 确认」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三态契约明写：不确定只降级，不升级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50468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这一页的作用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</a:rPr>
              <a:t>评审最容易问的是「那这个数字说明什么」。主动划出不能说的话，比等着被问出来更能建立可信度 —— 而且每一条边界都有对应的实测记录支撑，不是谦虚措辞。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S14 · 不假装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已登记、未修的缺口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37307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68265"/>
                <a:gridCol w="3983126"/>
                <a:gridCol w="221284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缺口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 / 表现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归属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局部置空淘汰不了（ACCESS_STORAGES 缺 local）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钉在夹具里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查询期余波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 == 0 / = 0 不识别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继承登记，不翻案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设计取舍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短路条件不展开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p != NULL || p-&gt;f 漏报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设计取舍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CHECK 只认 null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fd == -1 不是 CHECK ⇒ 9.1 只能走分支支配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9.1 假阴性的成因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结果被直接丢弃的调用不可判定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error_handling 只覆盖一半形态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CALL 无「独立语句」事实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无关分支被当作「已检查」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9.1 假阴性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如实登记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4.2 / 4.3 的 find_paths 成本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redis 124.5 s / 64.8 s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待裁定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230368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5230368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330952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为什么放这一页：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这张表是项目的信用来源。一个没有「未修缺口」清单的系统，通常只是没测过。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61488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B8C4"/>
                </a:solidFill>
                <a:latin typeface="Microsoft YaHei"/>
                <a:ea typeface="Microsoft YaHe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1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B8C4"/>
                </a:solidFill>
                <a:latin typeface="Microsoft YaHei"/>
                <a:ea typeface="Microsoft YaHei"/>
              </a:rPr>
              <a:t>阶段 7 冷热拆分 + 分析副本；两处预测被证伪的记录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S15 · 流程在工作的证据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路线与两处「预测被证伪」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27614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48993"/>
                <a:gridCol w="951524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附录 A 阶段 0（4 项）+ 附录 B 阶段 1 → 6（10 个子阶段）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下一步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阶段 7：冷热拆分 + 分析副本 —— raw_references → Parquet 列存，DuckDB 缺陷扫描副本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理由变了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附录 A 把这一步的理由定为「规模」；加入缺陷检测后理由变了 —— 缺陷检测是「全图扫描 + 模式匹配 + 连接」，列存 + SQL 是这个负载的正解，与规模无关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913632"/>
          <a:ext cx="11064238" cy="17190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2569"/>
                <a:gridCol w="885139"/>
                <a:gridCol w="3097987"/>
                <a:gridCol w="1770278"/>
                <a:gridCol w="4868265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预测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实测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归因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4.5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redis subjects_multi_method 降到 136 ~ 176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817，被证伪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预测用的代理问题问错了：问「仓内任何地方有没有声明」，实现问「同一文件词法作用域里有没有声明」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5B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参数绑定「≪ 10%」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CF0A2C"/>
                          </a:solidFill>
                          <a:latin typeface="Microsoft YaHei"/>
                          <a:ea typeface="Microsoft YaHei"/>
                        </a:rPr>
                        <a:t>redis +38.6%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机制即设计中的跨方法 recall 恢复，抽样为真实并发习语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724144"/>
            <a:ext cx="50292" cy="566928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" y="5724144"/>
            <a:ext cx="11013948" cy="566928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824728"/>
            <a:ext cx="10625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外加一处方法学收获：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</a:rPr>
              <a:t>阶段 6 的 error_handling 计划预测主导成本是分支扫描，实测证伪 —— 主导项是 find_paths 枚举。预测被证伪本身是流程在工作的证据。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0A2C"/>
                </a:solidFill>
                <a:latin typeface="Microsoft YaHei"/>
                <a:ea typeface="Microsoft YaHei"/>
              </a:rPr>
              <a:t>S16 · 配图清单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Microsoft YaHei"/>
                <a:ea typeface="Microsoft YaHei"/>
              </a:rPr>
              <a:t>附：建议做成图的 6 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5"/>
            <a:ext cx="786384" cy="50292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64239" cy="30358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3854"/>
                <a:gridCol w="5532120"/>
                <a:gridCol w="2212848"/>
                <a:gridCol w="2655417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图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数据来源</a:t>
                      </a:r>
                    </a:p>
                  </a:txBody>
                  <a:tcPr marL="82296" marR="82296" marT="18288" marB="18288" anchor="ctr">
                    <a:ln w="12700" cap="flat" cmpd="sng" algn="ctr">
                      <a:solidFill>
                        <a:srgbClr val="FFFFFF"/>
                      </a:solidFill>
                      <a:prstDash val="solid"/>
                    </a:ln>
                    <a:solidFill>
                      <a:srgbClr val="CF0A2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索引时间 vs 源码行数（5 点）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对数轴散点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S1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五列对比（C1 → C5，双仓）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分组柱状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削减组成（按存储期，双仓）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堆叠柱状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两次构建对照（节点 / 引用 / 体积）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双轴柱线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failure_reason 迁移（阶段 4 → 6）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分组柱状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S9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查询成本（双仓，标出 124.5 s 异常项）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条形图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S10</a:t>
                      </a:r>
                    </a:p>
                  </a:txBody>
                  <a:tcPr marL="82296" marR="82296" marT="18288" marB="18288" anchor="ctr">
                    <a:ln w="6350" cap="flat" cmpd="sng" algn="ctr">
                      <a:solidFill>
                        <a:srgbClr val="E8E8E8"/>
                      </a:solidFill>
                      <a:prstDash val="solid"/>
                    </a:ln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626864"/>
            <a:ext cx="50292" cy="73152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" y="4626864"/>
            <a:ext cx="11013948" cy="731520"/>
          </a:xfrm>
          <a:prstGeom prst="rect">
            <a:avLst/>
          </a:prstGeom>
          <a:solidFill>
            <a:srgbClr val="F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27448"/>
            <a:ext cx="10625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CF0A2C"/>
                </a:solidFill>
                <a:latin typeface="Microsoft YaHei"/>
                <a:ea typeface="Microsoft YaHei"/>
              </a:rPr>
              <a:t>重点推荐：</a:t>
            </a: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</a:rPr>
              <a:t>第 4 张是本次新挖出来的 —— graph_generation 表里存着每次构建的完整 metrics，同一棵树的两条记录构成了天然对照。它本来只是审计字段。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541264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0A2C"/>
                </a:solidFill>
                <a:latin typeface="Microsoft YaHei"/>
                <a:ea typeface="Microsoft YaHei"/>
              </a:rPr>
              <a:t>数字来源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除 S6 与 S10 的 libgit2-24 列（2026-09-29 实测）外，全部数字出自 计划文档/AGENTS.md 附录 A/B 的执行记录，每条都带复现命令。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55664"/>
            <a:ext cx="1105783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670048"/>
            <a:ext cx="13716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443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AD8DE"/>
                </a:solidFill>
                <a:latin typeface="Microsoft YaHei"/>
                <a:ea typeface="Microsoft YaHei"/>
              </a:rPr>
              <a:t>问题与追问欢迎现场提出 —— 每个数字都带复现命令。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8463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6B8C4"/>
                </a:solidFill>
                <a:latin typeface="Microsoft YaHei"/>
                <a:ea typeface="Microsoft YaHei"/>
              </a:rPr>
              <a:t>ProvenLattice · 阶段性汇报（数字版）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B8C4"/>
                </a:solidFill>
                <a:latin typeface="Microsoft YaHei"/>
                <a:ea typeface="Microsoft YaHei"/>
              </a:rPr>
              <a:t>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